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87" r:id="rId2"/>
    <p:sldId id="388" r:id="rId3"/>
    <p:sldId id="391" r:id="rId4"/>
    <p:sldId id="395" r:id="rId5"/>
    <p:sldId id="396" r:id="rId6"/>
    <p:sldId id="397" r:id="rId7"/>
    <p:sldId id="392" r:id="rId8"/>
    <p:sldId id="393" r:id="rId9"/>
    <p:sldId id="394" r:id="rId10"/>
    <p:sldId id="398" r:id="rId11"/>
    <p:sldId id="399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B5020BC-59A6-46DF-B6B5-1535F9370B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F5CF24-DC29-4F02-82E6-AA9F14F16D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29D95-E9E3-4552-957F-C7B8CD71DED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3C370E-D69E-42C1-86C2-EA4D38AD87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C66411-3AB5-4180-BFAA-759EDA1152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41C52-F1BB-4C07-A20E-12CFF5620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9918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F0C81-324A-46ED-B73B-81B80D72A85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D15EC-A2B4-4E7E-9559-14A76DF48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6180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69C9F2-7C80-4D0D-A5F8-E0B8089F3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B85C7B-BBD9-47B4-84FB-FC65A22FE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E71B02-9346-4F6E-87B4-2BDF06EC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538019-2715-491D-BDB5-51F527AB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9E5A94-4F52-45BF-9417-23B3D311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77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CB7E5-576A-497F-AF17-9DD45A61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065194-BD0F-4E72-AF93-06C7542E0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A2162-0040-419C-BFC9-45B95834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530AA4-0B68-408A-8EF4-CD77881D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74ECA6-9F1B-4E99-8013-1F25049F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85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1062A-36C4-4DAA-824B-01EFFAEA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0ED167-4267-46F2-8C81-1A0752D10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E7F46F-9F5B-4EFE-9238-E59FD34E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F7DBB6-F341-4F3B-83BA-F2FBA294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479A5-3A03-4237-BD24-B218A33A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001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FCF5F-B5DC-48C6-A83D-2B4254F5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D4A13C-B9AD-4E08-A4D5-68606884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509854-FB91-4CC3-9AED-91BFBE61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3D70A8-377E-4421-8D3D-F8BD5EAD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1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7CD586-56AD-4647-9398-6BE6D2ED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4F5069-21B5-4766-93C8-FF29A2CDF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3BA1EC-9C2B-45CD-8777-454D7AB38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35539-0D9D-4F39-A215-82A46FF80F5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6D5140-60FD-49E9-BED4-AE827D143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63CB5E-4D52-4C80-B491-A0EFF9506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970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EF7ECC-C7D7-443D-8CF4-688FC6B9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/>
              <a:t>REST</a:t>
            </a:r>
            <a:r>
              <a:rPr lang="ko-KR" altLang="en-US" sz="4400" dirty="0"/>
              <a:t> </a:t>
            </a:r>
            <a:r>
              <a:rPr lang="en-US" altLang="ko-KR" sz="4400" dirty="0"/>
              <a:t>API </a:t>
            </a:r>
            <a:r>
              <a:rPr lang="ko-KR" altLang="en-US" sz="4400" dirty="0"/>
              <a:t>명세</a:t>
            </a:r>
          </a:p>
        </p:txBody>
      </p:sp>
    </p:spTree>
    <p:extLst>
      <p:ext uri="{BB962C8B-B14F-4D97-AF65-F5344CB8AC3E}">
        <p14:creationId xmlns:p14="http://schemas.microsoft.com/office/powerpoint/2010/main" val="2891650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명세 목록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246341"/>
              </p:ext>
            </p:extLst>
          </p:nvPr>
        </p:nvGraphicFramePr>
        <p:xfrm>
          <a:off x="1098745" y="1813175"/>
          <a:ext cx="10515601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/auth/signup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Users-01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/v1/login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Login-01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/facility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조건에 맞는 체육시설 불러오기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/count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조건에 맞는 체육시설 개수 불러오기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03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296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78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857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02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948604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/auth/signup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727415"/>
              </p:ext>
            </p:extLst>
          </p:nvPr>
        </p:nvGraphicFramePr>
        <p:xfrm>
          <a:off x="1098744" y="2677343"/>
          <a:ext cx="10515602" cy="375671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“</a:t>
                      </a:r>
                      <a:r>
                        <a:rPr lang="en-US" altLang="ko-KR" sz="1200" b="0" dirty="0" err="1"/>
                        <a:t>username”:”user</a:t>
                      </a:r>
                      <a:r>
                        <a:rPr lang="en-US" altLang="ko-KR" sz="1200" b="0" dirty="0"/>
                        <a:t>”, “password”:”</a:t>
                      </a:r>
                      <a:r>
                        <a:rPr lang="en-US" altLang="ko-KR" sz="1200" b="0" dirty="0" err="1"/>
                        <a:t>abcd</a:t>
                      </a:r>
                      <a:r>
                        <a:rPr lang="en-US" altLang="ko-KR" sz="1200" b="0" dirty="0"/>
                        <a:t>”, “alias”:”</a:t>
                      </a:r>
                      <a:r>
                        <a:rPr lang="ko-KR" altLang="en-US" sz="1200" b="0" dirty="0"/>
                        <a:t>별명</a:t>
                      </a:r>
                      <a:r>
                        <a:rPr lang="en-US" altLang="ko-KR" sz="1200" b="0" dirty="0"/>
                        <a:t>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/>
                        <a:t>응답코드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519766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362431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794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411486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/v1/login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/>
        </p:nvGraphicFramePr>
        <p:xfrm>
          <a:off x="1098744" y="2677343"/>
          <a:ext cx="10515602" cy="375671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“</a:t>
                      </a:r>
                      <a:r>
                        <a:rPr lang="en-US" altLang="ko-KR" sz="1200" b="0" dirty="0" err="1"/>
                        <a:t>username”:”user</a:t>
                      </a:r>
                      <a:r>
                        <a:rPr lang="en-US" altLang="ko-KR" sz="1200" b="0" dirty="0"/>
                        <a:t>”, “password”:”</a:t>
                      </a:r>
                      <a:r>
                        <a:rPr lang="en-US" altLang="ko-KR" sz="1200" b="0" dirty="0" err="1"/>
                        <a:t>abcd</a:t>
                      </a:r>
                      <a:r>
                        <a:rPr lang="en-US" altLang="ko-KR" sz="1200" b="0" dirty="0"/>
                        <a:t>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/>
                        <a:t>응답코드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519766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362431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979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301654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/facility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497381"/>
              </p:ext>
            </p:extLst>
          </p:nvPr>
        </p:nvGraphicFramePr>
        <p:xfrm>
          <a:off x="1098744" y="2677343"/>
          <a:ext cx="10515602" cy="386011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“name”:”</a:t>
                      </a:r>
                      <a:r>
                        <a:rPr lang="ko-KR" altLang="en-US" sz="1200" b="0" dirty="0"/>
                        <a:t>시설이름</a:t>
                      </a:r>
                      <a:r>
                        <a:rPr lang="en-US" altLang="ko-KR" sz="1200" b="0" dirty="0"/>
                        <a:t>”,  “city”:”</a:t>
                      </a:r>
                      <a:r>
                        <a:rPr lang="ko-KR" altLang="en-US" sz="1200" b="0" dirty="0"/>
                        <a:t>광역시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도</a:t>
                      </a:r>
                      <a:r>
                        <a:rPr lang="en-US" altLang="ko-KR" sz="1200" b="0" dirty="0"/>
                        <a:t>”,”</a:t>
                      </a:r>
                      <a:r>
                        <a:rPr lang="en-US" altLang="ko-KR" sz="1200" b="0" dirty="0" err="1"/>
                        <a:t>gugun</a:t>
                      </a:r>
                      <a:r>
                        <a:rPr lang="en-US" altLang="ko-KR" sz="1200" b="0" dirty="0"/>
                        <a:t>”:”</a:t>
                      </a:r>
                      <a:r>
                        <a:rPr lang="ko-KR" altLang="en-US" sz="1200" b="0" dirty="0"/>
                        <a:t>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군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구</a:t>
                      </a:r>
                      <a:r>
                        <a:rPr lang="en-US" altLang="ko-KR" sz="1200" b="0" dirty="0"/>
                        <a:t>”,  ”type”:”</a:t>
                      </a:r>
                      <a:r>
                        <a:rPr lang="ko-KR" altLang="en-US" sz="1200" b="0" dirty="0"/>
                        <a:t>시설구분</a:t>
                      </a:r>
                      <a:r>
                        <a:rPr lang="en-US" altLang="ko-KR" sz="1200" b="0" dirty="0"/>
                        <a:t>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시설이름이 있을 경우 지역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타입 조건 무시하고 검색</a:t>
                      </a:r>
                      <a:r>
                        <a:rPr lang="en-US" altLang="ko-KR" sz="1200" b="0" dirty="0"/>
                        <a:t>.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/>
                        <a:t>응답코드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519766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362431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{“</a:t>
                      </a:r>
                      <a:r>
                        <a:rPr lang="en-US" altLang="ko-KR" sz="1200" b="0" dirty="0" err="1"/>
                        <a:t>facility”:List</a:t>
                      </a:r>
                      <a:r>
                        <a:rPr lang="en-US" altLang="ko-KR" sz="1200" b="0" dirty="0"/>
                        <a:t>&lt;Facility&gt;}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검색조건을 만족하는 </a:t>
                      </a:r>
                      <a:r>
                        <a:rPr lang="en-US" altLang="ko-KR" sz="1200" b="0" dirty="0"/>
                        <a:t>Facility</a:t>
                      </a:r>
                      <a:r>
                        <a:rPr lang="ko-KR" altLang="en-US" sz="1200" b="0" dirty="0"/>
                        <a:t>들의 </a:t>
                      </a:r>
                      <a:r>
                        <a:rPr lang="en-US" altLang="ko-KR" sz="1200" b="0" dirty="0"/>
                        <a:t>List. Param</a:t>
                      </a:r>
                      <a:r>
                        <a:rPr lang="ko-KR" altLang="en-US" sz="1200" b="0" dirty="0"/>
                        <a:t>이 모두 </a:t>
                      </a:r>
                      <a:r>
                        <a:rPr lang="en-US" altLang="ko-KR" sz="1200" b="0" dirty="0"/>
                        <a:t>null</a:t>
                      </a:r>
                      <a:r>
                        <a:rPr lang="ko-KR" altLang="en-US" sz="1200" b="0" dirty="0"/>
                        <a:t>일 경우 </a:t>
                      </a:r>
                      <a:r>
                        <a:rPr lang="en-US" altLang="ko-KR" sz="1200" b="0" dirty="0"/>
                        <a:t>null </a:t>
                      </a:r>
                      <a:r>
                        <a:rPr lang="ko-KR" altLang="en-US" sz="1200" b="0" dirty="0"/>
                        <a:t>리턴</a:t>
                      </a:r>
                      <a:r>
                        <a:rPr lang="en-US" altLang="ko-KR" sz="1200" b="0" dirty="0"/>
                        <a:t>.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139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017137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/count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888882"/>
              </p:ext>
            </p:extLst>
          </p:nvPr>
        </p:nvGraphicFramePr>
        <p:xfrm>
          <a:off x="1098744" y="2677343"/>
          <a:ext cx="10515602" cy="39331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439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439967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43996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43996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“city”:”</a:t>
                      </a:r>
                      <a:r>
                        <a:rPr lang="ko-KR" altLang="en-US" sz="1200" b="0" dirty="0"/>
                        <a:t>광역시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도</a:t>
                      </a:r>
                      <a:r>
                        <a:rPr lang="en-US" altLang="ko-KR" sz="1200" b="0" dirty="0"/>
                        <a:t>”,  ”</a:t>
                      </a:r>
                      <a:r>
                        <a:rPr lang="en-US" altLang="ko-KR" sz="1200" b="0" dirty="0" err="1"/>
                        <a:t>gugun</a:t>
                      </a:r>
                      <a:r>
                        <a:rPr lang="en-US" altLang="ko-KR" sz="1200" b="0" dirty="0"/>
                        <a:t>”:”</a:t>
                      </a:r>
                      <a:r>
                        <a:rPr lang="ko-KR" altLang="en-US" sz="1200" b="0" dirty="0"/>
                        <a:t>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군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구</a:t>
                      </a:r>
                      <a:r>
                        <a:rPr lang="en-US" altLang="ko-KR" sz="1200" b="0" dirty="0"/>
                        <a:t>”,  ”type”:”</a:t>
                      </a:r>
                      <a:r>
                        <a:rPr lang="ko-KR" altLang="en-US" sz="1200" b="0" dirty="0"/>
                        <a:t>시설구분</a:t>
                      </a:r>
                      <a:r>
                        <a:rPr lang="en-US" altLang="ko-KR" sz="1200" b="0" dirty="0"/>
                        <a:t>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439967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/>
                        <a:t>응답코드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519766"/>
                  </a:ext>
                </a:extLst>
              </a:tr>
              <a:tr h="4399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362431"/>
                  </a:ext>
                </a:extLst>
              </a:tr>
              <a:tr h="1293378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{“*_count”: Integer}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 파라메터가 모두 </a:t>
                      </a:r>
                      <a:r>
                        <a:rPr lang="en-US" altLang="ko-KR" sz="1200" b="0" dirty="0"/>
                        <a:t>null</a:t>
                      </a:r>
                      <a:r>
                        <a:rPr lang="ko-KR" altLang="en-US" sz="1200" b="0" dirty="0"/>
                        <a:t>일 경우</a:t>
                      </a:r>
                      <a:endParaRPr lang="en-US" altLang="ko-KR" sz="1200" b="0" dirty="0"/>
                    </a:p>
                    <a:p>
                      <a:pPr latinLnBrk="1"/>
                      <a:r>
                        <a:rPr lang="en-US" altLang="ko-KR" sz="1200" b="0" dirty="0"/>
                        <a:t>(1)</a:t>
                      </a:r>
                      <a:r>
                        <a:rPr lang="ko-KR" altLang="en-US" sz="1200" b="0" dirty="0"/>
                        <a:t>광역시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도 별 시설개수 리스트와</a:t>
                      </a:r>
                      <a:endParaRPr lang="en-US" altLang="ko-KR" sz="1200" b="0" dirty="0"/>
                    </a:p>
                    <a:p>
                      <a:pPr latinLnBrk="1"/>
                      <a:r>
                        <a:rPr lang="en-US" altLang="ko-KR" sz="1200" b="0" dirty="0"/>
                        <a:t>(2)</a:t>
                      </a:r>
                      <a:r>
                        <a:rPr lang="ko-KR" altLang="en-US" sz="1200" b="0" dirty="0"/>
                        <a:t>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군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구 별 시설개수 리스트를 리턴</a:t>
                      </a:r>
                      <a:endParaRPr lang="en-US" altLang="ko-KR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110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EF7ECC-C7D7-443D-8CF4-688FC6B9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/>
              <a:t>Database </a:t>
            </a:r>
            <a:r>
              <a:rPr lang="ko-KR" altLang="en-US" sz="44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306538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ERD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그림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0B8B0A-0838-4134-B49E-AB2571520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101" y="1690688"/>
            <a:ext cx="5353797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80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ERD </a:t>
            </a:r>
            <a:r>
              <a:rPr lang="ko-KR" altLang="en-US" dirty="0"/>
              <a:t>테이블 구성 및 스키마 설명</a:t>
            </a: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282108"/>
              </p:ext>
            </p:extLst>
          </p:nvPr>
        </p:nvGraphicFramePr>
        <p:xfrm>
          <a:off x="1073805" y="2549450"/>
          <a:ext cx="8992907" cy="39434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281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facility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컨테이너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체육시설 식별번호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체육시설 이름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체육시설 종류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ZIP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우편번호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상세주소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26530761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34787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41974692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6692183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CITY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광역시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20523261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GUGUN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3884917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등록날짜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5593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75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ERD </a:t>
            </a:r>
            <a:r>
              <a:rPr lang="ko-KR" altLang="en-US" dirty="0"/>
              <a:t>테이블 구성 및 스키마 설명</a:t>
            </a: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895040"/>
              </p:ext>
            </p:extLst>
          </p:nvPr>
        </p:nvGraphicFramePr>
        <p:xfrm>
          <a:off x="1073805" y="2549450"/>
          <a:ext cx="899290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member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컨테이너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ALIAS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별명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144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ERD </a:t>
            </a:r>
            <a:r>
              <a:rPr lang="ko-KR" altLang="en-US" dirty="0"/>
              <a:t>테이블 구성 및 스키마 설명</a:t>
            </a: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434153"/>
              </p:ext>
            </p:extLst>
          </p:nvPr>
        </p:nvGraphicFramePr>
        <p:xfrm>
          <a:off x="1073805" y="2549450"/>
          <a:ext cx="899290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review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컨테이너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리뷰 식별번호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리뷰내용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FK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리뷰 작성자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r>
                        <a:rPr lang="en-US" altLang="ko-KR" sz="1100" u="none" strike="noStrike" dirty="0">
                          <a:effectLst/>
                        </a:rPr>
                        <a:t>FK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리뷰 작성시설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3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527</Words>
  <Application>Microsoft Office PowerPoint</Application>
  <PresentationFormat>와이드스크린</PresentationFormat>
  <Paragraphs>292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REST API 명세</vt:lpstr>
      <vt:lpstr>REST API 명세 목록</vt:lpstr>
      <vt:lpstr>REST API 상세 명세</vt:lpstr>
      <vt:lpstr>REST API 상세 명세</vt:lpstr>
      <vt:lpstr>REST API 상세 명세</vt:lpstr>
      <vt:lpstr>REST API 상세 명세</vt:lpstr>
      <vt:lpstr>Database 설계</vt:lpstr>
      <vt:lpstr>ERD</vt:lpstr>
      <vt:lpstr>Table 명세</vt:lpstr>
      <vt:lpstr>Table 명세</vt:lpstr>
      <vt:lpstr>Table 명세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사이트 개발 목적 및 컨셉</dc:title>
  <dc:creator>김경민</dc:creator>
  <cp:lastModifiedBy>user</cp:lastModifiedBy>
  <cp:revision>25</cp:revision>
  <dcterms:created xsi:type="dcterms:W3CDTF">2023-11-14T00:10:21Z</dcterms:created>
  <dcterms:modified xsi:type="dcterms:W3CDTF">2025-12-19T00:44:53Z</dcterms:modified>
</cp:coreProperties>
</file>